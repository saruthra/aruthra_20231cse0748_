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1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226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412"/>
          </a:solidFill>
          <a:ln w="12700">
            <a:solidFill>
              <a:srgbClr val="0C1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" y="640080"/>
            <a:ext cx="7315200" cy="384048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" y="640080"/>
            <a:ext cx="7315200" cy="1188720"/>
          </a:xfrm>
          <a:prstGeom prst="rect">
            <a:avLst/>
          </a:prstGeom>
          <a:solidFill>
            <a:srgbClr val="428A5F"/>
          </a:solidFill>
          <a:ln w="12700">
            <a:solidFill>
              <a:srgbClr val="42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97280" y="502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🌱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011680" y="685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OrganicPicks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011680" y="1234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7F7D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✨  100% Certified Organic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6766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Organic E-Commerce Website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463040" y="3246120"/>
            <a:ext cx="2011680" cy="65836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36192" y="3264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36192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 Aruthra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94760" y="3246120"/>
            <a:ext cx="2011680" cy="65836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67912" y="3264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Subject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67912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Web Technologies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3246120"/>
            <a:ext cx="2011680" cy="65836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99632" y="3264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Guide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199632" y="35204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Bikram Sarkar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1208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114800" cy="39319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502920"/>
          </a:xfrm>
          <a:prstGeom prst="rect">
            <a:avLst/>
          </a:prstGeom>
          <a:solidFill>
            <a:srgbClr val="428A5F"/>
          </a:solidFill>
          <a:ln w="12700">
            <a:solidFill>
              <a:srgbClr val="42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OrganicRec?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OrganicRec is a fully frontend, single-page organic grocery marketplace built with HTML, CSS (Tailwind) and vanilla JavaScript.</a:t>
            </a:r>
            <a:endParaRPr lang="en-US" sz="1250" dirty="0"/>
          </a:p>
          <a:p>
            <a:pPr marL="0" indent="0" algn="l">
              <a:buNone/>
            </a:pPr>
            <a:endParaRPr lang="en-US" sz="1250" dirty="0"/>
          </a:p>
          <a:p>
            <a:pPr marL="0" indent="0" algn="l">
              <a:buNone/>
            </a:pPr>
            <a:r>
              <a:rPr lang="en-US" sz="125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helps users discover, filter, and purchase 83+ certified organic products across 7 categories — all from one intuitive dark-themed interface.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23360" cy="114300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54864" cy="1143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078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577840" y="960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83+ Products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77840" y="1325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Across 7 organic 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148840"/>
            <a:ext cx="4023360" cy="114300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754880" y="2148840"/>
            <a:ext cx="54864" cy="1143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2404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57784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Filtering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77840" y="2651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Search, sort &amp; price range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474720"/>
            <a:ext cx="4023360" cy="114300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474720"/>
            <a:ext cx="54864" cy="114300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♻️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57784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 Impact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977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eco tracker in cart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1208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⚙️  Technologies Used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743200" cy="16459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74320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6184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&amp; Semantics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960120"/>
            <a:ext cx="2743200" cy="16459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91840" y="960120"/>
            <a:ext cx="274320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20624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CSS3 + Tailwind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16184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Styling &amp; Responsive Design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960120"/>
            <a:ext cx="2743200" cy="16459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4320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0" y="1188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132320" y="118872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JavaScript (ES6+)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16184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&amp; Interactivity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880360"/>
            <a:ext cx="2743200" cy="16459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880360"/>
            <a:ext cx="2743200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📦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28016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Font Awesome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280160" y="35387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Icon Library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743200" cy="16459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91840" y="2880360"/>
            <a:ext cx="2743200" cy="54864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🖋️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420624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Fonts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35387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Plus Jakarta Sans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217920" y="2880360"/>
            <a:ext cx="2743200" cy="16459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217920" y="2880360"/>
            <a:ext cx="2743200" cy="54864"/>
          </a:xfrm>
          <a:prstGeom prst="rect">
            <a:avLst/>
          </a:prstGeom>
          <a:solidFill>
            <a:srgbClr val="428A5F"/>
          </a:solidFill>
          <a:ln w="12700">
            <a:solidFill>
              <a:srgbClr val="42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00800" y="3108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🗂️</a:t>
            </a:r>
            <a:endParaRPr lang="en-US" sz="2800" dirty="0"/>
          </a:p>
        </p:txBody>
      </p:sp>
      <p:sp>
        <p:nvSpPr>
          <p:cNvPr id="32" name="Text 30"/>
          <p:cNvSpPr/>
          <p:nvPr/>
        </p:nvSpPr>
        <p:spPr>
          <a:xfrm>
            <a:off x="7132320" y="310896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Page App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32320" y="353872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View-based Navigation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1208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User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280160"/>
            <a:ext cx="1627632" cy="310896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2104" y="1024128"/>
            <a:ext cx="512064" cy="512064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C1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32104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412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28600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View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788920"/>
            <a:ext cx="1444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Hero banner + search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Smart Basket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20240" y="2834640"/>
            <a:ext cx="192024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9384" y="26974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0552" y="1280160"/>
            <a:ext cx="1627632" cy="310896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688336" y="1024128"/>
            <a:ext cx="512064" cy="512064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C1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88336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412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96312" y="1554480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🔍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221992" y="228600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&amp; Browse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21992" y="2788920"/>
            <a:ext cx="1444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pills,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slider, sort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76472" y="2834640"/>
            <a:ext cx="192024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785616" y="26974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986784" y="1280160"/>
            <a:ext cx="1627632" cy="310896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44568" y="1024128"/>
            <a:ext cx="512064" cy="512064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C1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44568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412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52544" y="1554480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📦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078224" y="228600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Detail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78224" y="2788920"/>
            <a:ext cx="1444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Nutrition, Farm-to-Table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Waste Recipe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632704" y="2834640"/>
            <a:ext cx="192024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41848" y="26974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43016" y="1280160"/>
            <a:ext cx="1627632" cy="310896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1024128"/>
            <a:ext cx="512064" cy="512064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C1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00800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412"/>
                </a:solidFill>
              </a:rPr>
              <a:t>4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208776" y="1554480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🛒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5934456" y="228600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 Sidebar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34456" y="2788920"/>
            <a:ext cx="1444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Qty control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Eco Impact panel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88936" y="2834640"/>
            <a:ext cx="192024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498080" y="2697480"/>
            <a:ext cx="219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DE80"/>
                </a:solidFill>
              </a:rPr>
              <a:t>▶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99248" y="1280160"/>
            <a:ext cx="1627632" cy="310896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8257032" y="1024128"/>
            <a:ext cx="512064" cy="512064"/>
          </a:xfrm>
          <a:prstGeom prst="ellipse">
            <a:avLst/>
          </a:prstGeom>
          <a:solidFill>
            <a:srgbClr val="4ADE80"/>
          </a:solidFill>
          <a:ln w="25400">
            <a:solidFill>
              <a:srgbClr val="0C14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257032" y="10241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C1412"/>
                </a:solidFill>
              </a:rPr>
              <a:t>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065008" y="1554480"/>
            <a:ext cx="8961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40" name="Text 38"/>
          <p:cNvSpPr/>
          <p:nvPr/>
        </p:nvSpPr>
        <p:spPr>
          <a:xfrm>
            <a:off x="7790688" y="2286000"/>
            <a:ext cx="14447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Checkout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790688" y="2788920"/>
            <a:ext cx="14447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 → Shipping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 Payment → Order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1208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 Handpicked Organic Categories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06040" cy="13716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060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80160" y="1216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Fruits &amp; Vegetables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280160" y="1709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 Products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960120"/>
            <a:ext cx="2606040" cy="13716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06040" cy="54864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9184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🌾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069080" y="1216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Grains &amp; Cereals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069080" y="1709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 Products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0" y="960120"/>
            <a:ext cx="2606040" cy="13716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0" y="960120"/>
            <a:ext cx="2606040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80760" y="12344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🥛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858000" y="121615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Dairy &amp; Eggs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0" y="170992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Products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32888"/>
            <a:ext cx="2606040" cy="13716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532888"/>
            <a:ext cx="2606040" cy="54864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2807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🌿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128016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Herbs &amp; Spices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280160" y="32826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EFA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Products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532888"/>
            <a:ext cx="2606040" cy="13716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154680" y="2532888"/>
            <a:ext cx="260604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2807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☕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406908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Beverages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069080" y="32826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Products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2532888"/>
            <a:ext cx="2606040" cy="13716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43600" y="2532888"/>
            <a:ext cx="2606040" cy="54864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80760" y="280720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🍿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6858000" y="278892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Snacks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858000" y="3282696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 Products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224528"/>
            <a:ext cx="8412480" cy="658368"/>
          </a:xfrm>
          <a:prstGeom prst="rect">
            <a:avLst/>
          </a:prstGeom>
          <a:solidFill>
            <a:srgbClr val="1A2A26"/>
          </a:solidFill>
          <a:ln w="12700">
            <a:solidFill>
              <a:srgbClr val="4ADE80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365760" y="4224528"/>
            <a:ext cx="54864" cy="65836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42793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🌱  Total Catalogue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315200" y="4279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 Products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1208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Product Data Structure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937760" cy="3931920"/>
          </a:xfrm>
          <a:prstGeom prst="rect">
            <a:avLst/>
          </a:prstGeom>
          <a:solidFill>
            <a:srgbClr val="0A1510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937760" cy="347472"/>
          </a:xfrm>
          <a:prstGeom prst="rect">
            <a:avLst/>
          </a:prstGeom>
          <a:solidFill>
            <a:srgbClr val="1A2A26"/>
          </a:solidFill>
          <a:ln w="12700">
            <a:solidFill>
              <a:srgbClr val="1A2A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83210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  product object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864608" y="923544"/>
            <a:ext cx="118872" cy="1188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45152" y="923544"/>
            <a:ext cx="118872" cy="118872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425696" y="923544"/>
            <a:ext cx="118872" cy="118872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5488" y="126187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product = {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475488" y="156362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     1,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75488" y="186537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  "Organic Avocados",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75488" y="216712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price:  249,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475488" y="246888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emoji:  "🥑",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475488" y="277063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cat:    "Fruits &amp; Vegetables",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475488" y="3072384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origin: "Mexico",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75488" y="3374136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rating: 4.8,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475488" y="3675888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cal: 160, pro: 2, carb: 9, fib: 7,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75488" y="3977640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vitC: 17, mn: 10</a:t>
            </a:r>
            <a:endParaRPr lang="en-US" sz="980" dirty="0"/>
          </a:p>
        </p:txBody>
      </p:sp>
      <p:sp>
        <p:nvSpPr>
          <p:cNvPr id="20" name="Text 18"/>
          <p:cNvSpPr/>
          <p:nvPr/>
        </p:nvSpPr>
        <p:spPr>
          <a:xfrm>
            <a:off x="475488" y="4279392"/>
            <a:ext cx="4709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486400" y="822960"/>
            <a:ext cx="3337560" cy="56692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486400" y="822960"/>
            <a:ext cx="54864" cy="56692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596128" y="8595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596128" y="1115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Unique numeric identifier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0" y="1481328"/>
            <a:ext cx="3337560" cy="56692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0" y="1481328"/>
            <a:ext cx="54864" cy="566928"/>
          </a:xfrm>
          <a:prstGeom prst="rect">
            <a:avLst/>
          </a:prstGeom>
          <a:solidFill>
            <a:srgbClr val="86EFAC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96128" y="15179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/ emoji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596128" y="177393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Display label + visual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2139696"/>
            <a:ext cx="3337560" cy="56692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486400" y="2139696"/>
            <a:ext cx="54864" cy="56692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596128" y="21762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/ cat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96128" y="2432304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INR price &amp; category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0" y="2798064"/>
            <a:ext cx="3337560" cy="56692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486400" y="2798064"/>
            <a:ext cx="54864" cy="566928"/>
          </a:xfrm>
          <a:prstGeom prst="rect">
            <a:avLst/>
          </a:prstGeom>
          <a:solidFill>
            <a:srgbClr val="67E8F9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96128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7E8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 / pro / carb / fib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596128" y="30906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Nutritional data (per 100g)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486400" y="3456432"/>
            <a:ext cx="3337560" cy="56692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486400" y="3456432"/>
            <a:ext cx="54864" cy="56692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596128" y="34930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vitC / mn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596128" y="3749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Micronutrients for progress bars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0" y="4114800"/>
            <a:ext cx="3337560" cy="566928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486400" y="4114800"/>
            <a:ext cx="54864" cy="5669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596128" y="4151376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/ rating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596128" y="440740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 trace &amp; star rating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1208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⭐  Core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16002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457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241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Search &amp; Filter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" y="150876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by name/origin + price slider + sort by price — all reactive with no page reload.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29000" y="914400"/>
            <a:ext cx="2743200" cy="16002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914400"/>
            <a:ext cx="27432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20440" y="10241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20624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Nutrition Breakdown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38728" y="150876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Per-product accordion panel showing Kcal, Protein, Carbs, Fiber, Vitamin C &amp; Manganese bars.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914400"/>
            <a:ext cx="2743200" cy="16002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92240" y="914400"/>
            <a:ext cx="274320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0" y="10241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🗺️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69480" y="10058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Farm-to-Table Trace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01968" y="150876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Timeline showing Harvested → Quality Tested → Delivered with origin country details.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2743200" cy="16002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2697480"/>
            <a:ext cx="2743200" cy="457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28072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✨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43000" y="2788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Basket Builder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" y="329184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One-click auto-fill cart: Weekly Groceries, Protein-Rich Diet, or Budget Basket presets.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29000" y="2697480"/>
            <a:ext cx="2743200" cy="16002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429000" y="2697480"/>
            <a:ext cx="274320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20440" y="28072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🌿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206240" y="2788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Eco Impact Tracker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538728" y="329184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display of pesticides, plastic &amp; water saved based on organic items in cart.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92240" y="2697480"/>
            <a:ext cx="2743200" cy="160020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92240" y="2697480"/>
            <a:ext cx="2743200" cy="45720"/>
          </a:xfrm>
          <a:prstGeom prst="rect">
            <a:avLst/>
          </a:prstGeom>
          <a:solidFill>
            <a:srgbClr val="C084FC"/>
          </a:solidFill>
          <a:ln w="12700">
            <a:solidFill>
              <a:srgbClr val="C084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0" y="280720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💳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69480" y="27889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84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3-Step Checkout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6601968" y="3291840"/>
            <a:ext cx="254203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Cart Review → Shipping Details → Payment Method (COD, UPI, Card, Net Banking).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02336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21208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🏁 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5029200" cy="39319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5029200" cy="457200"/>
          </a:xfrm>
          <a:prstGeom prst="rect">
            <a:avLst/>
          </a:prstGeom>
          <a:solidFill>
            <a:srgbClr val="428A5F"/>
          </a:solidFill>
          <a:ln w="12700">
            <a:solidFill>
              <a:srgbClr val="42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4124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Summary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371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a fully client-side SPA with zero frameworks or backend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984248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193852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Covered all major web tech concepts: DOM manipulation, event handling, dynamic rendering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51176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25054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Implemented real-world features: cart, checkout flow, nutrition data &amp; eco tracking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118104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307238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Applied responsive design using Tailwind utility classes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685032"/>
            <a:ext cx="201168" cy="20116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363931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Delivered a polished, production-like UI with a consistent dark organic theme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960120"/>
            <a:ext cx="3108960" cy="109728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669280" y="960120"/>
            <a:ext cx="54864" cy="10972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5943600" y="161848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Organic Products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69280" y="2258568"/>
            <a:ext cx="3108960" cy="1097280"/>
          </a:xfrm>
          <a:prstGeom prst="rect">
            <a:avLst/>
          </a:prstGeom>
          <a:solidFill>
            <a:srgbClr val="1A2A26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0" y="2258568"/>
            <a:ext cx="54864" cy="10972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943600" y="239572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973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5943600" y="291693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36941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200" dirty="0"/>
          </a:p>
        </p:txBody>
      </p:sp>
      <p:sp>
        <p:nvSpPr>
          <p:cNvPr id="29" name="Shape 27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4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0"/>
          </a:xfrm>
          <a:prstGeom prst="rect">
            <a:avLst/>
          </a:prstGeom>
          <a:solidFill>
            <a:srgbClr val="428A5F"/>
          </a:solidFill>
          <a:ln w="12700">
            <a:solidFill>
              <a:srgbClr val="428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🌿  OrganicRec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71600" y="1737360"/>
            <a:ext cx="6400800" cy="2560320"/>
          </a:xfrm>
          <a:prstGeom prst="rect">
            <a:avLst/>
          </a:prstGeom>
          <a:solidFill>
            <a:srgbClr val="16221F"/>
          </a:solidFill>
          <a:ln w="12700">
            <a:solidFill>
              <a:srgbClr val="243631"/>
            </a:solidFill>
            <a:prstDash val="solid"/>
          </a:ln>
          <a:effectLst>
            <a:outerShdw blurRad="127000" dist="508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554480" y="1965960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 🙏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554480" y="2788920"/>
            <a:ext cx="6035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"Discover nature's finest organic products,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handpicked just for you."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503920" y="164592"/>
            <a:ext cx="201168" cy="201168"/>
          </a:xfrm>
          <a:prstGeom prst="ellipse">
            <a:avLst/>
          </a:prstGeom>
          <a:solidFill>
            <a:srgbClr val="4ADE80">
              <a:alpha val="80000"/>
            </a:srgbClr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94776" y="15544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0000"/>
                </a:solidFill>
              </a:rPr>
              <a:t>🌿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595</Words>
  <Application>Microsoft Office PowerPoint</Application>
  <PresentationFormat>On-screen Show (16:9)</PresentationFormat>
  <Paragraphs>171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OrganicRec – Organic Product Recommendation System</dc:title>
  <dc:subject>PptxGenJS Presentation</dc:subject>
  <dc:creator>S Aruthra</dc:creator>
  <cp:lastModifiedBy>Office</cp:lastModifiedBy>
  <cp:revision>3</cp:revision>
  <dcterms:created xsi:type="dcterms:W3CDTF">2026-04-14T16:08:32Z</dcterms:created>
  <dcterms:modified xsi:type="dcterms:W3CDTF">2026-04-20T13:10:25Z</dcterms:modified>
</cp:coreProperties>
</file>