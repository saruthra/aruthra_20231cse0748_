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1" autoAdjust="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226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412"/>
          </a:solidFill>
          <a:ln w="127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" y="640080"/>
            <a:ext cx="7315200" cy="384048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640080"/>
            <a:ext cx="7315200" cy="118872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5029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🌱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011680" y="6858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OrganicPicks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01168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7F7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✨  100% Certified Organic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 E-Commerce Website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46304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53619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 by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53619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 Aruthra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9476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6791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86791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Technologies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3246120"/>
            <a:ext cx="20116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99632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Guide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99632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Bikram Sarkar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114800" cy="3931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114800" cy="50292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OrganicPicks?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OrganicPicks is a fully frontend, single-page organic grocery marketplace built with HTML, CSS (Tailwind) and vanilla JavaScript.</a:t>
            </a:r>
            <a:endParaRPr lang="en-US" sz="1250" dirty="0"/>
          </a:p>
          <a:p>
            <a:pPr marL="0" indent="0" algn="l">
              <a:buNone/>
            </a:pP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helps users discover, filter, and purchase 83+ certified organic products across 7 categories — all from one intuitive dark-themed interface.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577840" y="960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83+ Products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 7 organic categories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14884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214884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2404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57784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Filtering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7784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Search, sort &amp; price range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474720"/>
            <a:ext cx="4023360" cy="114300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54864" cy="114300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3730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♻️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Impact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eco tracker in cart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Technologies Used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74320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&amp; Semantics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91840" y="960120"/>
            <a:ext cx="2743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20624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CSS3 + Tailwind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Styling &amp; Responsive Design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96012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0" y="960120"/>
            <a:ext cx="274320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132320" y="1188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 (ES6+)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0" y="1618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 &amp; Interactivity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880360"/>
            <a:ext cx="274320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28016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Font Awesome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Library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91840" y="2880360"/>
            <a:ext cx="2743200" cy="5486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7472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🖋️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20624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Fonts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0624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Plus Jakarta Sans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0360"/>
            <a:ext cx="2743200" cy="1645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17920" y="2880360"/>
            <a:ext cx="2743200" cy="54864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🗂️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13232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Page App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3538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View-based Navigation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🔄  User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2104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 banner + search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Smart Basket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20240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29384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30552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88336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88336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96312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221992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Filter &amp; Browse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21992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pills,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slider, sort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85616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86784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44568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44568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52544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078224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Detail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78224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Nutrition, Farm-to-Table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Waste Recipe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32704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43016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00800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00800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08776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🛒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5934456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Sidebar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34456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Qty control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Eco Impact panel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488936" y="2834640"/>
            <a:ext cx="192024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498080" y="2697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DE80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99248" y="1280160"/>
            <a:ext cx="1627632" cy="310896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257032" y="1024128"/>
            <a:ext cx="512064" cy="512064"/>
          </a:xfrm>
          <a:prstGeom prst="ellipse">
            <a:avLst/>
          </a:prstGeom>
          <a:solidFill>
            <a:srgbClr val="4ADE80"/>
          </a:solidFill>
          <a:ln w="25400">
            <a:solidFill>
              <a:srgbClr val="0C14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57032" y="1024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412"/>
                </a:solidFill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65008" y="1554480"/>
            <a:ext cx="8961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✅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7790688" y="228600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Checkout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90688" y="2788920"/>
            <a:ext cx="14447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→ Shipping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Payment → Order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🛒  Handpicked Organic Categories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60604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🥦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8016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Fruits &amp; Vegetables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8016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 Products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154680" y="960120"/>
            <a:ext cx="2606040" cy="5486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🌾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06908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Grains &amp; Cereals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6908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 Products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960120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43600" y="960120"/>
            <a:ext cx="260604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🥛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58000" y="12161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Dairy &amp; Eggs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8000" y="17099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Products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532888"/>
            <a:ext cx="2606040" cy="54864"/>
          </a:xfrm>
          <a:prstGeom prst="rect">
            <a:avLst/>
          </a:prstGeom>
          <a:solidFill>
            <a:srgbClr val="86EFAC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🌿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28016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Herbs &amp; Spices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28016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6EF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Products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5468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54680" y="2532888"/>
            <a:ext cx="260604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9184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☕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06908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06908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Products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0" y="2532888"/>
            <a:ext cx="2606040" cy="13716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43600" y="2532888"/>
            <a:ext cx="2606040" cy="54864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080760" y="28072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🍿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858000" y="27889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Snacks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58000" y="328269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84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Products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224528"/>
            <a:ext cx="8412480" cy="658368"/>
          </a:xfrm>
          <a:prstGeom prst="rect">
            <a:avLst/>
          </a:prstGeom>
          <a:solidFill>
            <a:srgbClr val="1A2A26"/>
          </a:solidFill>
          <a:ln w="12700">
            <a:solidFill>
              <a:srgbClr val="4ADE80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65760" y="4224528"/>
            <a:ext cx="54864" cy="65836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4279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🌱  Total Catalogue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 Products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Product Data Structure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937760" cy="3931920"/>
          </a:xfrm>
          <a:prstGeom prst="rect">
            <a:avLst/>
          </a:prstGeom>
          <a:solidFill>
            <a:srgbClr val="0A1510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937760" cy="347472"/>
          </a:xfrm>
          <a:prstGeom prst="rect">
            <a:avLst/>
          </a:prstGeom>
          <a:solidFill>
            <a:srgbClr val="1A2A26"/>
          </a:solidFill>
          <a:ln w="12700">
            <a:solidFill>
              <a:srgbClr val="1A2A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321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  product object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864608" y="923544"/>
            <a:ext cx="118872" cy="1188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645152" y="923544"/>
            <a:ext cx="118872" cy="118872"/>
          </a:xfrm>
          <a:prstGeom prst="ellipse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25696" y="923544"/>
            <a:ext cx="118872" cy="118872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" y="126187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product = {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475488" y="1563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     1,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75488" y="186537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  "Organic Avocados",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475488" y="216712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price:  249,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475488" y="2468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emoji:  "🥑",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475488" y="277063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cat:    "Fruits &amp; Vegetables",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75488" y="307238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origin: "Mexico",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75488" y="33741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rating: 4.8,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75488" y="36758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cal: 160, pro: 2, carb: 9, fib: 7,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75488" y="39776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vitC: 17, mn: 10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475488" y="42793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486400" y="822960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0" y="822960"/>
            <a:ext cx="54864" cy="566928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96128" y="8595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96128" y="11155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 numeric identifier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0" y="1481328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486400" y="1481328"/>
            <a:ext cx="54864" cy="566928"/>
          </a:xfrm>
          <a:prstGeom prst="rect">
            <a:avLst/>
          </a:prstGeom>
          <a:solidFill>
            <a:srgbClr val="86EFAC"/>
          </a:solidFill>
          <a:ln w="1270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596128" y="15179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/ emoji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596128" y="17739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 label + visual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0" y="2139696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0" y="2139696"/>
            <a:ext cx="54864" cy="566928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596128" y="2176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 / cat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596128" y="24323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INR price &amp; category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0" y="2798064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86400" y="2798064"/>
            <a:ext cx="54864" cy="566928"/>
          </a:xfrm>
          <a:prstGeom prst="rect">
            <a:avLst/>
          </a:prstGeom>
          <a:solidFill>
            <a:srgbClr val="67E8F9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96128" y="28346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7E8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 / pro / carb / fib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596128" y="30906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 data (per 100g)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0" y="3456432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486400" y="3456432"/>
            <a:ext cx="54864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596128" y="34930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vitC / mn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596128" y="37490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Micronutrients for progress bars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0" y="4114800"/>
            <a:ext cx="3337560" cy="566928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86400" y="4114800"/>
            <a:ext cx="54864" cy="5669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96128" y="415137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 / rating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596128" y="44074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 trace &amp; star rating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 Core Features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300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Search &amp; Filter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7548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 by name/origin + price slider + sort by price — all reactive with no page reload.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2900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29000" y="914400"/>
            <a:ext cx="27432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044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 Breakdown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3872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Per-product accordion panel showing Kcal, Protein, Carbs, Fiber, Vitamin C &amp; Manganese bars.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91440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92240" y="914400"/>
            <a:ext cx="274320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102412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69480" y="1005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Farm-to-Table Trace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01968" y="150876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Timeline showing Harvested → Quality Tested → Delivered with origin country details.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2697480"/>
            <a:ext cx="2743200" cy="45720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14300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ACC1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Basket Builder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One-click auto-fill cart: Weekly Groceries, Protein-Rich Diet, or Budget Basket presets.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2900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29000" y="2697480"/>
            <a:ext cx="2743200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52044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🌿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20624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Impact Tracker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53872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display of pesticides, plastic &amp; water saved based on organic items in cart.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92240" y="2697480"/>
            <a:ext cx="2743200" cy="160020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92240" y="2697480"/>
            <a:ext cx="2743200" cy="4572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0" y="280720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9480" y="27889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84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3-Step Checkout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01968" y="3291840"/>
            <a:ext cx="2542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 Review → Shipping Details → Payment Method (COD, UPI, Card, Net Banking).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0233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1208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🏁  Conclusion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029200" cy="39319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5029200" cy="45720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8412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Summary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3716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 fully client-side SPA with zero frameworks or backend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984248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1248" y="19385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 all major web tech concepts: DOM manipulation, event handling, dynamic rendering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51176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25054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 real-world features: cart, checkout flow, nutrition data &amp; eco tracking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1248" y="30723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 responsive design using Tailwind utility classes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363931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 a polished, production-like UI with a consistent dark organic theme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960120"/>
            <a:ext cx="3108960" cy="109728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669280" y="960120"/>
            <a:ext cx="54864" cy="109728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0" y="10972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5943600" y="16184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Organic Products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2258568"/>
            <a:ext cx="3108960" cy="1097280"/>
          </a:xfrm>
          <a:prstGeom prst="rect">
            <a:avLst/>
          </a:prstGeom>
          <a:solidFill>
            <a:srgbClr val="1A2A26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69280" y="2258568"/>
            <a:ext cx="54864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0" y="23957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943600" y="2916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369417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4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428A5F"/>
          </a:solidFill>
          <a:ln w="12700">
            <a:solidFill>
              <a:srgbClr val="428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OrganicRec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371600" y="1737360"/>
            <a:ext cx="6400800" cy="2560320"/>
          </a:xfrm>
          <a:prstGeom prst="rect">
            <a:avLst/>
          </a:prstGeom>
          <a:solidFill>
            <a:srgbClr val="16221F"/>
          </a:solidFill>
          <a:ln w="12700">
            <a:solidFill>
              <a:srgbClr val="243631"/>
            </a:solidFill>
            <a:prstDash val="solid"/>
          </a:ln>
          <a:effectLst>
            <a:outerShdw blurRad="127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54480" y="196596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You! 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"Discover nature's finest organic products,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handpicked just for you."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03920" y="164592"/>
            <a:ext cx="201168" cy="201168"/>
          </a:xfrm>
          <a:prstGeom prst="ellipse">
            <a:avLst/>
          </a:prstGeom>
          <a:solidFill>
            <a:srgbClr val="4ADE80">
              <a:alpha val="8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94776" y="155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🌿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595</Words>
  <Application>Microsoft Office PowerPoint</Application>
  <PresentationFormat>On-screen Show (16:9)</PresentationFormat>
  <Paragraphs>171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OrganicRec – Organic Product Recommendation System</dc:title>
  <dc:subject>PptxGenJS Presentation</dc:subject>
  <dc:creator>S Aruthra</dc:creator>
  <cp:lastModifiedBy>Office</cp:lastModifiedBy>
  <cp:revision>4</cp:revision>
  <dcterms:created xsi:type="dcterms:W3CDTF">2026-04-14T16:08:32Z</dcterms:created>
  <dcterms:modified xsi:type="dcterms:W3CDTF">2026-04-20T13:12:31Z</dcterms:modified>
</cp:coreProperties>
</file>