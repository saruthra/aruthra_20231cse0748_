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41" autoAdjust="0"/>
  </p:normalViewPr>
  <p:slideViewPr>
    <p:cSldViewPr snapToGrid="0" snapToObjects="1">
      <p:cViewPr varScale="1">
        <p:scale>
          <a:sx n="103" d="100"/>
          <a:sy n="103" d="100"/>
        </p:scale>
        <p:origin x="87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542260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4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1412"/>
          </a:solidFill>
          <a:ln w="12700">
            <a:solidFill>
              <a:srgbClr val="0C14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14400" y="640080"/>
            <a:ext cx="7315200" cy="384048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14400" y="640080"/>
            <a:ext cx="7315200" cy="1188720"/>
          </a:xfrm>
          <a:prstGeom prst="rect">
            <a:avLst/>
          </a:prstGeom>
          <a:solidFill>
            <a:srgbClr val="428A5F"/>
          </a:solidFill>
          <a:ln w="12700">
            <a:solidFill>
              <a:srgbClr val="428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97280" y="50292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00000"/>
                </a:solidFill>
              </a:rPr>
              <a:t>🌱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2011680" y="6858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OrganicRec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011680" y="1234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7F7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✨  100% Certified Organic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88720" y="1920240"/>
            <a:ext cx="6766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Organic Product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Recommendation System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463040" y="3246120"/>
            <a:ext cx="2011680" cy="658368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536192" y="326440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4ADE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Presented by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536192" y="35204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 Aruthra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794760" y="3246120"/>
            <a:ext cx="2011680" cy="658368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867912" y="326440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4ADE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Subject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867912" y="35204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 Technologies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26480" y="3246120"/>
            <a:ext cx="2011680" cy="658368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199632" y="326440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4ADE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Guide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199632" y="35204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Bikram Sarkar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03920" y="164592"/>
            <a:ext cx="201168" cy="201168"/>
          </a:xfrm>
          <a:prstGeom prst="ellipse">
            <a:avLst/>
          </a:prstGeom>
          <a:solidFill>
            <a:srgbClr val="4ADE80">
              <a:alpha val="8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494776" y="15544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🌿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4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40233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21208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🌿  Project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4114800" cy="393192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4114800" cy="502920"/>
          </a:xfrm>
          <a:prstGeom prst="rect">
            <a:avLst/>
          </a:prstGeom>
          <a:solidFill>
            <a:srgbClr val="428A5F"/>
          </a:solidFill>
          <a:ln w="12700">
            <a:solidFill>
              <a:srgbClr val="428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84124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OrganicRec?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38404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OrganicRec is a fully frontend, single-page organic grocery marketplace built with HTML, CSS (Tailwind) and vanilla JavaScript.</a:t>
            </a:r>
            <a:endParaRPr lang="en-US" sz="1250" dirty="0"/>
          </a:p>
          <a:p>
            <a:pPr marL="0" indent="0" algn="l">
              <a:buNone/>
            </a:pPr>
            <a:endParaRPr lang="en-US" sz="1250" dirty="0"/>
          </a:p>
          <a:p>
            <a:pPr marL="0" indent="0" algn="l">
              <a:buNone/>
            </a:pPr>
            <a:r>
              <a:rPr lang="en-US" sz="12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 helps users discover, filter, and purchase 83+ certified organic products across 7 categories — all from one intuitive dark-themed interface.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54880" y="822960"/>
            <a:ext cx="4023360" cy="1143000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754880" y="822960"/>
            <a:ext cx="54864" cy="114300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92040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🛒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577840" y="960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83+ Products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577840" y="1325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Across 7 organic categories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2148840"/>
            <a:ext cx="4023360" cy="1143000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754880" y="2148840"/>
            <a:ext cx="54864" cy="114300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92040" y="24048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🔍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577840" y="2286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Smart Filtering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577840" y="26517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Search, sort &amp; price range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3474720"/>
            <a:ext cx="4023360" cy="1143000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754880" y="3474720"/>
            <a:ext cx="54864" cy="114300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892040" y="373075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♻️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577840" y="3611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 Impact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577840" y="3977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eco tracker in cart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03920" y="164592"/>
            <a:ext cx="201168" cy="201168"/>
          </a:xfrm>
          <a:prstGeom prst="ellipse">
            <a:avLst/>
          </a:prstGeom>
          <a:solidFill>
            <a:srgbClr val="4ADE80">
              <a:alpha val="8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494776" y="15544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🌿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4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40233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21208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⚙️  Technologies Used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2743200" cy="164592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274320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🌐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280160" y="11887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HTML5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 &amp; Semantics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960120"/>
            <a:ext cx="2743200" cy="164592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91840" y="960120"/>
            <a:ext cx="2743200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74720" y="1188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🎨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206240" y="11887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CSS3 + Tailwind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06240" y="161848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Styling &amp; Responsive Design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960120"/>
            <a:ext cx="2743200" cy="164592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217920" y="960120"/>
            <a:ext cx="2743200" cy="54864"/>
          </a:xfrm>
          <a:prstGeom prst="rect">
            <a:avLst/>
          </a:prstGeom>
          <a:solidFill>
            <a:srgbClr val="FACC15"/>
          </a:solidFill>
          <a:ln w="1270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0" y="1188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⚡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132320" y="11887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JavaScript (ES6+)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132320" y="161848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 &amp; Interactivity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5760" y="2880360"/>
            <a:ext cx="2743200" cy="164592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65760" y="2880360"/>
            <a:ext cx="2743200" cy="5486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48640" y="3108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📦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1280160" y="31089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Font Awesome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80160" y="353872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Icon Library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91840" y="2880360"/>
            <a:ext cx="2743200" cy="164592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291840" y="2880360"/>
            <a:ext cx="2743200" cy="54864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474720" y="3108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🖋️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4206240" y="31089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Google Fonts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206240" y="353872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Plus Jakarta Sans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17920" y="2880360"/>
            <a:ext cx="2743200" cy="164592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217920" y="2880360"/>
            <a:ext cx="2743200" cy="54864"/>
          </a:xfrm>
          <a:prstGeom prst="rect">
            <a:avLst/>
          </a:prstGeom>
          <a:solidFill>
            <a:srgbClr val="428A5F"/>
          </a:solidFill>
          <a:ln w="12700">
            <a:solidFill>
              <a:srgbClr val="428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400800" y="3108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🗂️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7132320" y="31089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Single Page App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132320" y="353872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View-based Navigation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503920" y="164592"/>
            <a:ext cx="201168" cy="201168"/>
          </a:xfrm>
          <a:prstGeom prst="ellipse">
            <a:avLst/>
          </a:prstGeom>
          <a:solidFill>
            <a:srgbClr val="4ADE80">
              <a:alpha val="8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494776" y="15544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🌿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4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40233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21208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🔄  User Flow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280160"/>
            <a:ext cx="1627632" cy="3108960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32104" y="1024128"/>
            <a:ext cx="512064" cy="512064"/>
          </a:xfrm>
          <a:prstGeom prst="ellipse">
            <a:avLst/>
          </a:prstGeom>
          <a:solidFill>
            <a:srgbClr val="4ADE80"/>
          </a:solidFill>
          <a:ln w="25400">
            <a:solidFill>
              <a:srgbClr val="0C14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2104" y="1024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C1412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554480"/>
            <a:ext cx="8961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🏠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365760" y="2286000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 View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14447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 banner + search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Smart Basket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920240" y="2834640"/>
            <a:ext cx="192024" cy="0"/>
          </a:xfrm>
          <a:prstGeom prst="line">
            <a:avLst/>
          </a:prstGeom>
          <a:noFill/>
          <a:ln w="254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929384" y="26974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DE80"/>
                </a:solidFill>
              </a:rPr>
              <a:t>▶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130552" y="1280160"/>
            <a:ext cx="1627632" cy="3108960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688336" y="1024128"/>
            <a:ext cx="512064" cy="512064"/>
          </a:xfrm>
          <a:prstGeom prst="ellipse">
            <a:avLst/>
          </a:prstGeom>
          <a:solidFill>
            <a:srgbClr val="4ADE80"/>
          </a:solidFill>
          <a:ln w="25400">
            <a:solidFill>
              <a:srgbClr val="0C14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688336" y="1024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C1412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496312" y="1554480"/>
            <a:ext cx="8961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🔍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2221992" y="2286000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Filter &amp; Browse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221992" y="2788920"/>
            <a:ext cx="14447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Category pills,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 slider, sort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776472" y="2834640"/>
            <a:ext cx="192024" cy="0"/>
          </a:xfrm>
          <a:prstGeom prst="line">
            <a:avLst/>
          </a:prstGeom>
          <a:noFill/>
          <a:ln w="254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785616" y="26974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DE80"/>
                </a:solidFill>
              </a:rPr>
              <a:t>▶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986784" y="1280160"/>
            <a:ext cx="1627632" cy="3108960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544568" y="1024128"/>
            <a:ext cx="512064" cy="512064"/>
          </a:xfrm>
          <a:prstGeom prst="ellipse">
            <a:avLst/>
          </a:prstGeom>
          <a:solidFill>
            <a:srgbClr val="4ADE80"/>
          </a:solidFill>
          <a:ln w="25400">
            <a:solidFill>
              <a:srgbClr val="0C14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544568" y="1024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C1412"/>
                </a:solidFill>
              </a:rPr>
              <a:t>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352544" y="1554480"/>
            <a:ext cx="8961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📦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4078224" y="2286000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 Detail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078224" y="2788920"/>
            <a:ext cx="14447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Nutrition, Farm-to-Table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Waste Recipe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632704" y="2834640"/>
            <a:ext cx="192024" cy="0"/>
          </a:xfrm>
          <a:prstGeom prst="line">
            <a:avLst/>
          </a:prstGeom>
          <a:noFill/>
          <a:ln w="254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641848" y="26974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DE80"/>
                </a:solidFill>
              </a:rPr>
              <a:t>▶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843016" y="1280160"/>
            <a:ext cx="1627632" cy="3108960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400800" y="1024128"/>
            <a:ext cx="512064" cy="512064"/>
          </a:xfrm>
          <a:prstGeom prst="ellipse">
            <a:avLst/>
          </a:prstGeom>
          <a:solidFill>
            <a:srgbClr val="4ADE80"/>
          </a:solidFill>
          <a:ln w="25400">
            <a:solidFill>
              <a:srgbClr val="0C14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400800" y="1024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C1412"/>
                </a:solidFill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208776" y="1554480"/>
            <a:ext cx="8961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🛒</a:t>
            </a:r>
            <a:endParaRPr lang="en-US" sz="3200" dirty="0"/>
          </a:p>
        </p:txBody>
      </p:sp>
      <p:sp>
        <p:nvSpPr>
          <p:cNvPr id="32" name="Text 30"/>
          <p:cNvSpPr/>
          <p:nvPr/>
        </p:nvSpPr>
        <p:spPr>
          <a:xfrm>
            <a:off x="5934456" y="2286000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Cart Sidebar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934456" y="2788920"/>
            <a:ext cx="14447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Qty control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Eco Impact panel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488936" y="2834640"/>
            <a:ext cx="192024" cy="0"/>
          </a:xfrm>
          <a:prstGeom prst="line">
            <a:avLst/>
          </a:prstGeom>
          <a:noFill/>
          <a:ln w="254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498080" y="26974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DE80"/>
                </a:solidFill>
              </a:rPr>
              <a:t>▶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699248" y="1280160"/>
            <a:ext cx="1627632" cy="3108960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8257032" y="1024128"/>
            <a:ext cx="512064" cy="512064"/>
          </a:xfrm>
          <a:prstGeom prst="ellipse">
            <a:avLst/>
          </a:prstGeom>
          <a:solidFill>
            <a:srgbClr val="4ADE80"/>
          </a:solidFill>
          <a:ln w="25400">
            <a:solidFill>
              <a:srgbClr val="0C14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8257032" y="1024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C1412"/>
                </a:solidFill>
              </a:rPr>
              <a:t>5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065008" y="1554480"/>
            <a:ext cx="8961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✅</a:t>
            </a:r>
            <a:endParaRPr lang="en-US" sz="3200" dirty="0"/>
          </a:p>
        </p:txBody>
      </p:sp>
      <p:sp>
        <p:nvSpPr>
          <p:cNvPr id="40" name="Text 38"/>
          <p:cNvSpPr/>
          <p:nvPr/>
        </p:nvSpPr>
        <p:spPr>
          <a:xfrm>
            <a:off x="7790688" y="2286000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Checkout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790688" y="2788920"/>
            <a:ext cx="14447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Cart → Shipping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Payment → Order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503920" y="164592"/>
            <a:ext cx="201168" cy="201168"/>
          </a:xfrm>
          <a:prstGeom prst="ellipse">
            <a:avLst/>
          </a:prstGeom>
          <a:solidFill>
            <a:srgbClr val="4ADE80">
              <a:alpha val="8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8494776" y="15544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🌿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4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40233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21208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🛒  Handpicked Organic Categories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2606040" cy="137160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2606040" cy="5486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🥦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280160" y="121615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Fruits &amp; Vegetables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280160" y="170992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27 Products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54680" y="960120"/>
            <a:ext cx="2606040" cy="137160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154680" y="960120"/>
            <a:ext cx="2606040" cy="54864"/>
          </a:xfrm>
          <a:prstGeom prst="rect">
            <a:avLst/>
          </a:prstGeom>
          <a:solidFill>
            <a:srgbClr val="FACC15"/>
          </a:solidFill>
          <a:ln w="1270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91840" y="1234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🌾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069080" y="121615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Grains &amp; Cereals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069080" y="170992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ACC1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 Products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960120"/>
            <a:ext cx="2606040" cy="137160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943600" y="960120"/>
            <a:ext cx="2606040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080760" y="1234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🥛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858000" y="121615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Dairy &amp; Eggs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858000" y="170992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 Products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32888"/>
            <a:ext cx="2606040" cy="137160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65760" y="2532888"/>
            <a:ext cx="2606040" cy="54864"/>
          </a:xfrm>
          <a:prstGeom prst="rect">
            <a:avLst/>
          </a:prstGeom>
          <a:solidFill>
            <a:srgbClr val="86EFAC"/>
          </a:solidFill>
          <a:ln w="1270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" y="280720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🌿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280160" y="27889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Herbs &amp; Spices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280160" y="3282696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6EF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 Products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154680" y="2532888"/>
            <a:ext cx="2606040" cy="137160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154680" y="2532888"/>
            <a:ext cx="260604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291840" y="280720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☕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4069080" y="27889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Beverages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069080" y="3282696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 Products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943600" y="2532888"/>
            <a:ext cx="2606040" cy="137160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943600" y="2532888"/>
            <a:ext cx="2606040" cy="54864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080760" y="280720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🍿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858000" y="27889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Snacks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858000" y="3282696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84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 Products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4224528"/>
            <a:ext cx="8412480" cy="658368"/>
          </a:xfrm>
          <a:prstGeom prst="rect">
            <a:avLst/>
          </a:prstGeom>
          <a:solidFill>
            <a:srgbClr val="1A2A26"/>
          </a:solidFill>
          <a:ln w="12700">
            <a:solidFill>
              <a:srgbClr val="4ADE80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365760" y="4224528"/>
            <a:ext cx="54864" cy="658368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48640" y="4279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🌱  Total Catalogue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315200" y="42793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ADE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83 Products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8503920" y="164592"/>
            <a:ext cx="201168" cy="201168"/>
          </a:xfrm>
          <a:prstGeom prst="ellipse">
            <a:avLst/>
          </a:prstGeom>
          <a:solidFill>
            <a:srgbClr val="4ADE80">
              <a:alpha val="8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8494776" y="15544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🌿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14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40233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21208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 Product Data Structure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4937760" cy="3931920"/>
          </a:xfrm>
          <a:prstGeom prst="rect">
            <a:avLst/>
          </a:prstGeom>
          <a:solidFill>
            <a:srgbClr val="0A1510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4937760" cy="347472"/>
          </a:xfrm>
          <a:prstGeom prst="rect">
            <a:avLst/>
          </a:prstGeom>
          <a:solidFill>
            <a:srgbClr val="1A2A26"/>
          </a:solidFill>
          <a:ln w="12700">
            <a:solidFill>
              <a:srgbClr val="1A2A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83210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  product object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864608" y="923544"/>
            <a:ext cx="118872" cy="11887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645152" y="923544"/>
            <a:ext cx="118872" cy="118872"/>
          </a:xfrm>
          <a:prstGeom prst="ellipse">
            <a:avLst/>
          </a:prstGeom>
          <a:solidFill>
            <a:srgbClr val="FACC15"/>
          </a:solidFill>
          <a:ln w="1270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425696" y="923544"/>
            <a:ext cx="118872" cy="118872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75488" y="126187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product = {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475488" y="156362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id:      1,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475488" y="1865376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  "Organic Avocados",</a:t>
            </a:r>
            <a:endParaRPr lang="en-US" sz="980" dirty="0"/>
          </a:p>
        </p:txBody>
      </p:sp>
      <p:sp>
        <p:nvSpPr>
          <p:cNvPr id="13" name="Text 11"/>
          <p:cNvSpPr/>
          <p:nvPr/>
        </p:nvSpPr>
        <p:spPr>
          <a:xfrm>
            <a:off x="475488" y="216712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price:  249,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475488" y="246888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emoji:  "🥑",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475488" y="277063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cat:    "Fruits &amp; Vegetables",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475488" y="307238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origin: "Mexico",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475488" y="3374136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rating: 4.8,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475488" y="367588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67E8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cal: 160, pro: 2, carb: 9, fib: 7,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475488" y="397764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67E8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vitC: 17, mn: 10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475488" y="427939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5486400" y="822960"/>
            <a:ext cx="3337560" cy="566928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486400" y="822960"/>
            <a:ext cx="54864" cy="566928"/>
          </a:xfrm>
          <a:prstGeom prst="rect">
            <a:avLst/>
          </a:prstGeom>
          <a:solidFill>
            <a:srgbClr val="FACC15"/>
          </a:solidFill>
          <a:ln w="1270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596128" y="8595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596128" y="11155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Unique numeric identifier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486400" y="1481328"/>
            <a:ext cx="3337560" cy="566928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5486400" y="1481328"/>
            <a:ext cx="54864" cy="566928"/>
          </a:xfrm>
          <a:prstGeom prst="rect">
            <a:avLst/>
          </a:prstGeom>
          <a:solidFill>
            <a:srgbClr val="86EFAC"/>
          </a:solidFill>
          <a:ln w="1270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596128" y="15179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/ emoji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596128" y="17739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Display label + visual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486400" y="2139696"/>
            <a:ext cx="3337560" cy="566928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486400" y="2139696"/>
            <a:ext cx="54864" cy="566928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596128" y="2176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 / cat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596128" y="24323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INR price &amp; category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486400" y="2798064"/>
            <a:ext cx="3337560" cy="566928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5486400" y="2798064"/>
            <a:ext cx="54864" cy="566928"/>
          </a:xfrm>
          <a:prstGeom prst="rect">
            <a:avLst/>
          </a:prstGeom>
          <a:solidFill>
            <a:srgbClr val="67E8F9"/>
          </a:solidFill>
          <a:ln w="12700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596128" y="28346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7E8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 / pro / carb / fib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596128" y="30906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Nutritional data (per 100g)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486400" y="3456432"/>
            <a:ext cx="3337560" cy="566928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5486400" y="3456432"/>
            <a:ext cx="54864" cy="5669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596128" y="349300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vitC / mn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596128" y="37490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Micronutrients for progress bars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86400" y="4114800"/>
            <a:ext cx="3337560" cy="566928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486400" y="4114800"/>
            <a:ext cx="54864" cy="5669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596128" y="415137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origin / rating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596128" y="440740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 trace &amp; star rating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503920" y="164592"/>
            <a:ext cx="201168" cy="201168"/>
          </a:xfrm>
          <a:prstGeom prst="ellipse">
            <a:avLst/>
          </a:prstGeom>
          <a:solidFill>
            <a:srgbClr val="4ADE80">
              <a:alpha val="8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8494776" y="15544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🌿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4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40233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21208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⭐  Core Features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2743200" cy="160020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274320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24128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143000" y="10058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Search &amp; Filter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75488" y="1508760"/>
            <a:ext cx="25420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Search by name/origin + price slider + sort by price — all reactive with no page reload.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29000" y="914400"/>
            <a:ext cx="2743200" cy="160020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429000" y="914400"/>
            <a:ext cx="2743200" cy="45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520440" y="1024128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206240" y="10058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 Breakdown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538728" y="1508760"/>
            <a:ext cx="25420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Per-product accordion panel showing Kcal, Protein, Carbs, Fiber, Vitamin C &amp; Manganese bars.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492240" y="914400"/>
            <a:ext cx="2743200" cy="160020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492240" y="914400"/>
            <a:ext cx="274320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583680" y="1024128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🗺️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269480" y="10058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Farm-to-Table Trace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01968" y="1508760"/>
            <a:ext cx="25420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Timeline showing Harvested → Quality Tested → Delivered with origin country details.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" y="2697480"/>
            <a:ext cx="2743200" cy="160020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65760" y="2697480"/>
            <a:ext cx="2743200" cy="45720"/>
          </a:xfrm>
          <a:prstGeom prst="rect">
            <a:avLst/>
          </a:prstGeom>
          <a:solidFill>
            <a:srgbClr val="FACC15"/>
          </a:solidFill>
          <a:ln w="1270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2807208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✨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143000" y="27889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ACC1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Smart Basket Builder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5488" y="3291840"/>
            <a:ext cx="25420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One-click auto-fill cart: Weekly Groceries, Protein-Rich Diet, or Budget Basket presets.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429000" y="2697480"/>
            <a:ext cx="2743200" cy="160020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429000" y="2697480"/>
            <a:ext cx="2743200" cy="4572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520440" y="2807208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🌿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206240" y="27889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ADE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 Impact Tracker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538728" y="3291840"/>
            <a:ext cx="25420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Real-time display of pesticides, plastic &amp; water saved based on organic items in cart.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492240" y="2697480"/>
            <a:ext cx="2743200" cy="160020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492240" y="2697480"/>
            <a:ext cx="2743200" cy="45720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583680" y="2807208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💳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269480" y="27889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084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3-Step Checkout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01968" y="3291840"/>
            <a:ext cx="25420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Cart Review → Shipping Details → Payment Method (COD, UPI, Card, Net Banking).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503920" y="164592"/>
            <a:ext cx="201168" cy="201168"/>
          </a:xfrm>
          <a:prstGeom prst="ellipse">
            <a:avLst/>
          </a:prstGeom>
          <a:solidFill>
            <a:srgbClr val="4ADE80">
              <a:alpha val="8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494776" y="15544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🌿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4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40233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21208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🏁  Conclusion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5029200" cy="393192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5029200" cy="457200"/>
          </a:xfrm>
          <a:prstGeom prst="rect">
            <a:avLst/>
          </a:prstGeom>
          <a:solidFill>
            <a:srgbClr val="428A5F"/>
          </a:solidFill>
          <a:ln w="12700">
            <a:solidFill>
              <a:srgbClr val="428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84124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Summary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201168" cy="201168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41248" y="137160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a fully client-side SPA with zero frameworks or backend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984248"/>
            <a:ext cx="201168" cy="201168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41248" y="19385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Covered all major web tech concepts: DOM manipulation, event handling, dynamic rendering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551176"/>
            <a:ext cx="201168" cy="201168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41248" y="250545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Implemented real-world features: cart, checkout flow, nutrition data &amp; eco tracking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118104"/>
            <a:ext cx="201168" cy="201168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41248" y="307238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Applied responsive design using Tailwind utility classes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685032"/>
            <a:ext cx="201168" cy="201168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41248" y="363931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Delivered a polished, production-like UI with a consistent dark organic theme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0" y="960120"/>
            <a:ext cx="3108960" cy="1097280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669280" y="960120"/>
            <a:ext cx="54864" cy="109728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43600" y="10972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4ADE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83+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5943600" y="161848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Organic Products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0" y="2258568"/>
            <a:ext cx="3108960" cy="1097280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669280" y="2258568"/>
            <a:ext cx="54864" cy="10972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0" y="23957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5943600" y="29169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Categories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943600" y="369417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3200" dirty="0"/>
          </a:p>
        </p:txBody>
      </p:sp>
      <p:sp>
        <p:nvSpPr>
          <p:cNvPr id="29" name="Shape 27"/>
          <p:cNvSpPr/>
          <p:nvPr/>
        </p:nvSpPr>
        <p:spPr>
          <a:xfrm>
            <a:off x="8503920" y="164592"/>
            <a:ext cx="201168" cy="201168"/>
          </a:xfrm>
          <a:prstGeom prst="ellipse">
            <a:avLst/>
          </a:prstGeom>
          <a:solidFill>
            <a:srgbClr val="4ADE80">
              <a:alpha val="8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8494776" y="15544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🌿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14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0"/>
          </a:xfrm>
          <a:prstGeom prst="rect">
            <a:avLst/>
          </a:prstGeom>
          <a:solidFill>
            <a:srgbClr val="428A5F"/>
          </a:solidFill>
          <a:ln w="12700">
            <a:solidFill>
              <a:srgbClr val="428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🌿  OrganicRec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371600" y="1737360"/>
            <a:ext cx="6400800" cy="256032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554480" y="196596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4ADE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You! 🙏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554480" y="2788920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"Discover nature's finest organic products,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handpicked just for you."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503920" y="164592"/>
            <a:ext cx="201168" cy="201168"/>
          </a:xfrm>
          <a:prstGeom prst="ellipse">
            <a:avLst/>
          </a:prstGeom>
          <a:solidFill>
            <a:srgbClr val="4ADE80">
              <a:alpha val="8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494776" y="15544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🌿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596</Words>
  <Application>Microsoft Office PowerPoint</Application>
  <PresentationFormat>On-screen Show (16:9)</PresentationFormat>
  <Paragraphs>172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Courier New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OrganicRec – Organic Product Recommendation System</dc:title>
  <dc:subject>PptxGenJS Presentation</dc:subject>
  <dc:creator>S Aruthra</dc:creator>
  <cp:lastModifiedBy>Office</cp:lastModifiedBy>
  <cp:revision>2</cp:revision>
  <dcterms:created xsi:type="dcterms:W3CDTF">2026-04-14T16:08:32Z</dcterms:created>
  <dcterms:modified xsi:type="dcterms:W3CDTF">2026-04-14T17:52:53Z</dcterms:modified>
</cp:coreProperties>
</file>